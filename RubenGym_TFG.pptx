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68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132320" y="-1188720"/>
            <a:ext cx="3657600" cy="3657600"/>
          </a:xfrm>
          <a:prstGeom prst="ellipse">
            <a:avLst/>
          </a:prstGeom>
          <a:solidFill>
            <a:srgbClr val="1B2E44"/>
          </a:solidFill>
          <a:ln w="12700">
            <a:solidFill>
              <a:srgbClr val="1B2E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589520" y="-731520"/>
            <a:ext cx="2560320" cy="2560320"/>
          </a:xfrm>
          <a:prstGeom prst="ellipse">
            <a:avLst/>
          </a:prstGeom>
          <a:solidFill>
            <a:srgbClr val="F4812A">
              <a:alpha val="18000"/>
            </a:srgbClr>
          </a:solidFill>
          <a:ln w="12700">
            <a:solidFill>
              <a:srgbClr val="F4812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RubenGym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gestión de gimnasio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17520" y="2697480"/>
            <a:ext cx="3108960" cy="6400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 ·  Spring Boot 3  ·  MySQL  ·  JWT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 ·  Desarrollo de Aplicaciones Web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 ·  Curso 2024–2025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9692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607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RubenGym?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17739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653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5237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25786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670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0040" y="3328416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0040" y="33832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REST — endpoints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" y="4133088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0040" y="41879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2793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Autenticación y seguridad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709160" y="914400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09160" y="9692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10607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El backend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09160" y="1719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709160" y="1719072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09160" y="17739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18653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Base de datos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09160" y="25237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709160" y="2523744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09160" y="25786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2670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— El frontend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09160" y="33284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709160" y="3328416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09160" y="33832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03520" y="34747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41330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4709160" y="4133088"/>
            <a:ext cx="502920" cy="6583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09160" y="41879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42793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RubenGym?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aplicación web fullstack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64008" cy="265176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01168" cy="20116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04672" y="13898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gestionar un gimnasio de forma completa.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47672"/>
            <a:ext cx="201168" cy="20116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04672" y="19202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pueden ver clases en vivo, consejos de nutrición y los precios del gimnasio.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201168" cy="20116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04672" y="24505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administradores tienen un panel propio para crear, editar y eliminar usuarios.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201168" cy="20116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04672" y="29809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 con usuario y contraseña — cada persona ve solo lo que le corresponde.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38728"/>
            <a:ext cx="201168" cy="20116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04672" y="35112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desarrollado en dos partes: frontend (lo que ve el usuario) y backend (lo que procesa los datos).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914400"/>
            <a:ext cx="3017520" cy="3703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806440" y="914400"/>
            <a:ext cx="3017520" cy="10972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89788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8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Páginas disponibles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1508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 pública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97880" y="1892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Login / Registro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22768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Clases en vivo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26609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Nutrición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97880" y="30449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Precios y planes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97880" y="3429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Preguntas frecuentes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97880" y="3813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Perfil de usuario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97880" y="4197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Panel de administración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RubenGym es mi TFG: una web de gimnasio con frontend en Angular y backend en Spring Boot. No es solo una maqueta, tiene base de datos real, login, roles y una API que conecta todo.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 utilizadas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2743200" cy="91440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20624" y="1115568"/>
            <a:ext cx="347472" cy="347472"/>
          </a:xfrm>
          <a:prstGeom prst="ellipse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86968" y="10972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Angular 17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14356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175564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Google para construir la interfaz. Cada pantalla es un componente independiente.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6976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36976" y="914400"/>
            <a:ext cx="2743200" cy="914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364992" y="1115568"/>
            <a:ext cx="347472" cy="34747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31336" y="10972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31336" y="14356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175564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Java que crea el servidor y expone la API REST que usa el frontend.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181344" y="914400"/>
            <a:ext cx="2743200" cy="9144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309360" y="1115568"/>
            <a:ext cx="347472" cy="347472"/>
          </a:xfrm>
          <a:prstGeom prst="ellipse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775704" y="10972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75704" y="14356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175564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todos los datos: usuarios, roles y contraseñas. Corre en local con XAMPP.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" y="290779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292608" y="2907792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20624" y="3108960"/>
            <a:ext cx="347472" cy="347472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886968" y="30906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86968" y="34290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" y="374904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Token: sistema para que el usuario demuestre quién es en cada petición, sin sesiones.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36976" y="290779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236976" y="2907792"/>
            <a:ext cx="274320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364992" y="3108960"/>
            <a:ext cx="347472" cy="3474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831336" y="30906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BCrypt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831336" y="34290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374904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las contraseñas en un hash irreversible. Nunca se guarda la contraseña en texto plano.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81344" y="290779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181344" y="2907792"/>
            <a:ext cx="27432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309360" y="310896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775704" y="30906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Lombok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75704" y="34290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Java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74904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automáticamente getters, setters y constructores para no escribir código repetitivo.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El proyecto usa 6 tecnologías principales. Angular construye la web, Spring Boot gestiona la lógica del servidor, MySQL guarda los datos, JWT controla el acceso, BCrypt protege las contraseñas y Lombok simplifica el código Java.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4572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2788920" cy="4041648"/>
          </a:xfrm>
          <a:prstGeom prst="rect">
            <a:avLst/>
          </a:prstGeom>
          <a:solidFill>
            <a:srgbClr val="1B2E44"/>
          </a:solidFill>
          <a:ln w="12700">
            <a:solidFill>
              <a:srgbClr val="C3002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2788920" cy="594360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84632" y="8595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· localhost:4200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" y="1600200"/>
            <a:ext cx="73152" cy="347472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1581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standalone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221992"/>
            <a:ext cx="73152" cy="347472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22037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Guards: AuthGuard + AdminGuard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" y="2843784"/>
            <a:ext cx="73152" cy="347472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2825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JWT automático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465576"/>
            <a:ext cx="73152" cy="347472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77240" y="34472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 rutas protegidas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" y="4087368"/>
            <a:ext cx="73152" cy="347472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AuthService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822960"/>
            <a:ext cx="2788920" cy="4041648"/>
          </a:xfrm>
          <a:prstGeom prst="rect">
            <a:avLst/>
          </a:prstGeom>
          <a:solidFill>
            <a:srgbClr val="1B2E44"/>
          </a:solidFill>
          <a:ln w="12700">
            <a:solidFill>
              <a:srgbClr val="6DB33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291840" y="822960"/>
            <a:ext cx="2788920" cy="59436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64992" y="8595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localhost:8080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93008" y="1600200"/>
            <a:ext cx="73152" cy="34747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657600" y="1581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/api/auth/*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93008" y="2221992"/>
            <a:ext cx="73152" cy="34747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657600" y="22037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JwtFilter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93008" y="2843784"/>
            <a:ext cx="73152" cy="34747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657600" y="2825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— lógica de negocio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93008" y="3465576"/>
            <a:ext cx="73152" cy="34747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657600" y="34472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para contraseñas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93008" y="4087368"/>
            <a:ext cx="73152" cy="34747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657600" y="4069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DataInitializer (usuarios demo)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822960"/>
            <a:ext cx="2788920" cy="4041648"/>
          </a:xfrm>
          <a:prstGeom prst="rect">
            <a:avLst/>
          </a:prstGeom>
          <a:solidFill>
            <a:srgbClr val="1B2E44"/>
          </a:solidFill>
          <a:ln w="12700">
            <a:solidFill>
              <a:srgbClr val="00758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172200" y="822960"/>
            <a:ext cx="2788920" cy="59436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245352" y="8595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DATOS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45352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XAMPP · puerto 3306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73368" y="1600200"/>
            <a:ext cx="73152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537960" y="1581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usuarios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73368" y="2221992"/>
            <a:ext cx="73152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537960" y="22037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id, email, nombre, contraseña, rol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73368" y="2843784"/>
            <a:ext cx="73152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537960" y="2825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73368" y="3465576"/>
            <a:ext cx="73152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537960" y="34472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update automático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73368" y="4087368"/>
            <a:ext cx="73152" cy="34747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6537960" y="4069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UsuarioRepository — consultas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44368" y="2697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JSON + JWT →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833872" y="2697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JPA / SQL →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La arquitectura es cliente-servidor de 3 capas. El navegador habla con Spring Boot a través de HTTP enviando el JWT en cada petición. Spring Boot consulta MySQL con JPA y devuelve los datos en JSON.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API REST — ¿Qué hace cada endpoint?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594360" cy="6949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9692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02152" y="987552"/>
            <a:ext cx="77724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02152" y="9966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32688" y="12252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un nuevo usuario. Recibe nombre, email y contraseña. La guarda con BCrypt.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69164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56032" y="1691640"/>
            <a:ext cx="594360" cy="6949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6032" y="18562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1746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02152" y="1764792"/>
            <a:ext cx="77724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02152" y="17739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32688" y="20025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las credenciales y devuelve un token JWT si son correctas.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46888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56032" y="2468880"/>
            <a:ext cx="594360" cy="6949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56032" y="263347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25237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02152" y="2542032"/>
            <a:ext cx="77724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502152" y="2551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32688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sesión. Borra el token del cliente (localStorage).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24612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56032" y="3246120"/>
            <a:ext cx="594360" cy="69494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56032" y="34107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33009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02152" y="3319272"/>
            <a:ext cx="777240" cy="2011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502152" y="33284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32688" y="35570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los datos del usuario logueado (nombre, email, rol) usando su token.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02336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256032" y="4023360"/>
            <a:ext cx="594360" cy="69494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256032" y="418795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" y="40782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02152" y="4096512"/>
            <a:ext cx="7772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502152" y="4105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Admin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32688" y="433425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usuarios del sistema. Solo accesible para admins.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91440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663440" y="914400"/>
            <a:ext cx="594360" cy="6949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663440" y="10789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0096" y="9692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/api/auth/newUser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09560" y="987552"/>
            <a:ext cx="7772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7909560" y="9966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Admin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40096" y="12252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crea un usuario nuevo eligiendo su rol (cliente o admin).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169164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4663440" y="1691640"/>
            <a:ext cx="594360" cy="694944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663440" y="18562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0096" y="1746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/api/auth/users/{id}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09560" y="1764792"/>
            <a:ext cx="777240" cy="2011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7909560" y="17739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340096" y="20025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nombre o email de un usuario. Lo puede usar el propio usuario o el admin.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246888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4663440" y="2468880"/>
            <a:ext cx="594360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4663440" y="263347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40096" y="25237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/api/auth/users/{id}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09560" y="2542032"/>
            <a:ext cx="7772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7909560" y="2551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Admin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340096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 usuario de la base de datos por su ID.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324612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4663440" y="3246120"/>
            <a:ext cx="594360" cy="694944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663440" y="34107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340096" y="33009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/api/auth/users/{id}/password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909560" y="3319272"/>
            <a:ext cx="777240" cy="2011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7909560" y="33284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340096" y="35570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cambia su propia contraseña (requiere contraseña actual).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663440" y="402336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4663440" y="4023360"/>
            <a:ext cx="594360" cy="694944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4663440" y="418795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340096" y="40782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/api/auth/admin/users/{id}/password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909560" y="4096512"/>
            <a:ext cx="7772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7909560" y="4105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Admin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340096" y="433425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cambia la contraseña de cualquier usuario sin necesitar la actual.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Tengo 10 endpoints en total. Los públicos no necesitan token. Los autenticados requieren JWT válido. Los de 'Solo Admin' comprueban además que el rol sea ROLE_ADMIN, si no, devuelven un 403 Forbidden.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— Autenticación y seguridad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4572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8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JWT?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Token) es un "carnet digital". Cuando el usuario hace login, el servidor le entrega este carnet. A partir de ese momento, el usuario lo manda en cada petición para demostrar que es quien dice ser. No hay sesiones en el servidor — el token lleva toda la información.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901952"/>
            <a:ext cx="749808" cy="74980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74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00200" y="2276856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1682496" cy="1115568"/>
          </a:xfrm>
          <a:prstGeom prst="rect">
            <a:avLst/>
          </a:prstGeom>
          <a:solidFill>
            <a:srgbClr val="1B2E44"/>
          </a:solidFill>
          <a:ln w="12700">
            <a:solidFill>
              <a:srgbClr val="F481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8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manda email + contraseña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42032" y="1901952"/>
            <a:ext cx="749808" cy="749808"/>
          </a:xfrm>
          <a:prstGeom prst="ellipse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42032" y="1920240"/>
            <a:ext cx="74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19272" y="2276856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084832" y="2834640"/>
            <a:ext cx="1682496" cy="1115568"/>
          </a:xfrm>
          <a:prstGeom prst="rect">
            <a:avLst/>
          </a:prstGeom>
          <a:solidFill>
            <a:srgbClr val="1B2E44"/>
          </a:solidFill>
          <a:ln w="12700">
            <a:solidFill>
              <a:srgbClr val="6DB33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084832" y="28895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BCrypt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verifica el hash de la contraseña guardada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61104" y="1901952"/>
            <a:ext cx="749808" cy="749808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61104" y="1920240"/>
            <a:ext cx="74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38344" y="2276856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803904" y="2834640"/>
            <a:ext cx="1682496" cy="1115568"/>
          </a:xfrm>
          <a:prstGeom prst="rect">
            <a:avLst/>
          </a:prstGeom>
          <a:solidFill>
            <a:srgbClr val="1B2E44"/>
          </a:solidFill>
          <a:ln w="12700">
            <a:solidFill>
              <a:srgbClr val="3178C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803904" y="28895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78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67912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 crea el token con el userId, firmado y con 24h de expiración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0176" y="1901952"/>
            <a:ext cx="749808" cy="749808"/>
          </a:xfrm>
          <a:prstGeom prst="ellipse">
            <a:avLst/>
          </a:prstGeom>
          <a:solidFill>
            <a:srgbClr val="F9A85D"/>
          </a:solidFill>
          <a:ln w="12700">
            <a:solidFill>
              <a:srgbClr val="F9A8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980176" y="1920240"/>
            <a:ext cx="74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57416" y="2276856"/>
            <a:ext cx="47548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5522976" y="2834640"/>
            <a:ext cx="1682496" cy="1115568"/>
          </a:xfrm>
          <a:prstGeom prst="rect">
            <a:avLst/>
          </a:prstGeom>
          <a:solidFill>
            <a:srgbClr val="1B2E44"/>
          </a:solidFill>
          <a:ln w="12700">
            <a:solidFill>
              <a:srgbClr val="F9A85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522976" y="28895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86984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guarda el token en el navegador (AuthService)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99248" y="1901952"/>
            <a:ext cx="749808" cy="7498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699248" y="1920240"/>
            <a:ext cx="74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42048" y="2834640"/>
            <a:ext cx="1682496" cy="1115568"/>
          </a:xfrm>
          <a:prstGeom prst="rect">
            <a:avLst/>
          </a:prstGeom>
          <a:solidFill>
            <a:srgbClr val="1B2E44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242048" y="28895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Interceptor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06056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petición, el AuthInterceptor añade el token automáticamente al header Authorization: Bearer ...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1B2E44"/>
          </a:solidFill>
          <a:ln w="12700">
            <a:solidFill>
              <a:srgbClr val="F481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02920" y="41696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JwtFilter (backend): cada petición que llega a Spring Boot pasa por este filtro. Extrae el token del header, comprueba que es válido y no ha expirado, identifica al usuario por su ID, y lo registra en el SecurityContext para que Spring sepa quién hace la petición.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JWT es stateless: el servidor no guarda nada, todo está en el token. El token dura 24 horas. Si alguien intenta acceder a /api/auth/users sin token o con uno inválido, el JwtFilter devuelve 401 Unauthorized.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 — El backend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hace Spring Boot en este proyecto?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es el servidor. Recibe peticiones HTTP del frontend Angular, procesa la lógica (validar contraseñas, gestionar usuarios...) y responde con datos en formato JSON.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50292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09728" cy="61264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85216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AuthController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23957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peticiones HTTP y las redirige al servicio. Define los endpoints de la API (/api/auth/*).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50292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109728" cy="61264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85216" y="2843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" y="30815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toda la lógica: registrar, login, crear, editar, eliminar y cambiar contraseñas. Es el cerebro del backend.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50292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109728" cy="612648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85216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SecurityConfig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" y="37673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rutas son públicas, cuáles requieren login y cuáles solo el admin. Configura CORS para que Angular pueda conectar.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50292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109728" cy="6126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85216" y="4215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DataInitializer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" y="44531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arrancar Spring Boot, crea 4 usuarios de prueba automáticamente si no existen ya en la base de datos.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896112"/>
            <a:ext cx="3063240" cy="38221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760720" y="896112"/>
            <a:ext cx="3063240" cy="914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870448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B3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Módulos de Spring usados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70448" y="1463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spring-boot-starter-web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16642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servidor HTTP y los endpoints REST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70448" y="1856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spring-boot-starter-security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70448" y="20574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autenticación y autorización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70448" y="2249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spring-boot-starter-data-jpa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24505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MySQL usando Hibernate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70448" y="2642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0448" y="28437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los datos recibidos (@Email, @NotBlank)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70448" y="3035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spring-boot-starter-mail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70448" y="323697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envío de emails (futuro)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70448" y="3429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jjwt (0.11.5)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70448" y="36301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para crear y validar tokens JWT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70448" y="3822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mysql-connector-j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70448" y="40233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para conectar Java con MySQL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0448" y="42153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lombok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70448" y="4416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código repetitivo con anotaciones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Spring Boot lo hace todo en el servidor. El Controller recibe la petición, el Service aplica la lógica, y JPA escribe o lee en MySQL. SecurityConfig es quien decide quién puede hacer qué.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 — Base de datos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única tabla: usuarios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572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01168" cy="493776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" y="1426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19072" y="142646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PK AUTO_INCREMENT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64592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 cada usuario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57200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58368" y="1975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19072" y="19751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— UNIQUE NOT NULL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19456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pueden haber dos usuarios con el mismo email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572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8368" y="25237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9072" y="252374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— NOT NULL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274320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visible del usuario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57200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58368" y="30723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19072" y="307238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— NOT NULL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29184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Guardada como hash BCrypt, nunca en texto plano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572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58368" y="3621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19072" y="362102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ROLE_CLIENTE / ROLE_ADMIN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8404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a qué partes de la app puede acceder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0" y="93268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303520" y="932688"/>
            <a:ext cx="109728" cy="11155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522976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JPA / Hibernate 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2976" y="12984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escribo SQL a mano. Spring JPA traduce las operaciones Java a SQL automáticamente. La anotación @Entity en la clase Usuario hace que Hibernate cree o actualice la tabla al arrancar.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03520" y="216712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303520" y="2167128"/>
            <a:ext cx="109728" cy="1115568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522976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UsuarioRepository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22976" y="2532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que extiende JpaRepository. Solo declarando el método findByEmail() o existsByEmail(), Spring genera la consulta SQL correspondiente.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03520" y="340156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5303520" y="3401568"/>
            <a:ext cx="109728" cy="1115568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522976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DDL-auto: update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22976" y="3767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 en application.properties. Cada vez que arranca Spring Boot, actualiza el esquema de la base de datos sin borrar datos existentes.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03520" y="4645152"/>
            <a:ext cx="3520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5349240" y="4663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jdbc:mysql://localhost:3306/rubengym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Solo hay una tabla con 5 columnas. JPA la gestiona automáticamente sin que yo escriba SQL. El campo 'rol' es lo más importante: determina si el usuario puede entrar al panel de administración o no.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Angular — El frontend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está organizado el frontend?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069080" cy="91440"/>
          </a:xfrm>
          <a:prstGeom prst="rect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" y="1554480"/>
            <a:ext cx="256032" cy="256032"/>
          </a:xfrm>
          <a:prstGeom prst="ellipse">
            <a:avLst/>
          </a:prstGeom>
          <a:solidFill>
            <a:srgbClr val="C3002F"/>
          </a:solidFill>
          <a:ln w="12700">
            <a:solidFill>
              <a:srgbClr val="C300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Componentes (pantallas)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202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home · login · register · prices · faqs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2585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homefor-user · nutricion · vivo · profile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59689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planespersonalizados · admin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69080" cy="914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773168" y="1554480"/>
            <a:ext cx="256032" cy="25603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120640" y="153619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AuthService — el intermediario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9202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Hace todas las llamadas HTTP a la 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2585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Guarda el token JWT en localStorage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59689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Expone métodos: login(), register(), logout(), getAllUsers(), deleteUser()...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4069080" cy="9144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29768" y="3337560"/>
            <a:ext cx="256032" cy="256032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77240" y="331927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Guards — control de acceso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7033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AuthGuard: comprueba si hay token antes de entrar a una ruta protegida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" y="40416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AdminGuard: comprueba además si el rol es ROLE_ADMIN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63440" y="3154680"/>
            <a:ext cx="406908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4773168" y="333756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120640" y="331927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AuthInterceptor — automático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37033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ejecuta en CADA petición HTTP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40416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Añade automáticamente el header 'Authorization: Bearer &lt;token&gt;'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437997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 programador no tiene que añadirlo manualmente en cada llamada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Angular divide la app en componentes independientes. El AuthService centraliza toda la comunicación con la API. El interceptor evita repetir código: una sola vez configuro que el token se añada solo a cada petición.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Mejoras y trabajo futuro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02336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69848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móvil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7190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nativa con Ionic para iOS y Android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36976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36976" y="914400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46704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14216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Pasarela de pago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46704" y="17190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Stripe para suscripciones reales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181344" y="914400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91072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58584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Notificaciones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17190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de clases por email o push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" y="290779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92608" y="2907792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02336" y="3072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69848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" y="3712464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usuarios y actividad para el admin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36976" y="290779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36976" y="2907792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346704" y="3072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014216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Despliegue en la nube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46704" y="3712464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Railway, frontend en Vercel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81344" y="290779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181344" y="2907792"/>
            <a:ext cx="2743200" cy="9144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291072" y="3072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958584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Reserva real de clases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91072" y="3712464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 con confirmación y aforo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El proyecto tiene base sólida para crecer. La mejora más importante sería el despliegue real en la nube y la pasarela de pago para que fuera un producto funcional de verdad.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572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92608" cy="29260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9418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desarrollado una aplicación fullstack real con Angular 17 y Spring Boot 3.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92608" cy="29260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implementado seguridad JWT desde cero: generación, validación y control por roles.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292608" cy="29260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21671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sigue una arquitectura limpia de 3 capas: frontend, backend y base de datos.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292608" cy="29260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1480" y="27614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7249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aprendido a resolver errores reales: CORS, doble guardado en BD, manejo de tokens.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292608" cy="292608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una aplicación funcional y extensible, lista para añadir nuevas funcionalidades.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71600" y="4133088"/>
            <a:ext cx="6400800" cy="749808"/>
          </a:xfrm>
          <a:prstGeom prst="rect">
            <a:avLst/>
          </a:prstGeom>
          <a:solidFill>
            <a:srgbClr val="1B2E44"/>
          </a:solidFill>
          <a:ln w="12700">
            <a:solidFill>
              <a:srgbClr val="F481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371600" y="416966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8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¡Muchas gracias!  🙌  ¿Preguntas?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164592" cy="4800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56032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En resumen: he construido un proyecto fullstack con autenticación segura, gestión de usuarios y una API REST completa. Los errores que tuve que corregir en el camino fueron los que más me enseñaron.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1950</Words>
  <Application>Microsoft Office PowerPoint</Application>
  <PresentationFormat>Presentación en pantalla (16:9)</PresentationFormat>
  <Paragraphs>268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RubenGym - TFG</dc:title>
  <dc:subject>PptxGenJS Presentation</dc:subject>
  <dc:creator>PptxGenJS</dc:creator>
  <cp:lastModifiedBy>ruben Del rincon Fernandez</cp:lastModifiedBy>
  <cp:revision>1</cp:revision>
  <dcterms:created xsi:type="dcterms:W3CDTF">2026-05-17T18:04:07Z</dcterms:created>
  <dcterms:modified xsi:type="dcterms:W3CDTF">2026-05-17T18:40:07Z</dcterms:modified>
</cp:coreProperties>
</file>